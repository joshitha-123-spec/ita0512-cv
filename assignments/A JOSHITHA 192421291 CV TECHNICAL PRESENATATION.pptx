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9" r:id="rId4"/>
    <p:sldId id="269" r:id="rId5"/>
    <p:sldId id="270" r:id="rId6"/>
    <p:sldId id="271" r:id="rId7"/>
    <p:sldId id="267"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D15F76-5B44-4122-AE4A-D269AD4E083B}" v="64" dt="2026-07-22T05:37:41.4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72" autoAdjust="0"/>
    <p:restoredTop sz="88758" autoAdjust="0"/>
  </p:normalViewPr>
  <p:slideViewPr>
    <p:cSldViewPr snapToGrid="0">
      <p:cViewPr varScale="1">
        <p:scale>
          <a:sx n="66" d="100"/>
          <a:sy n="66" d="100"/>
        </p:scale>
        <p:origin x="3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GA GANDHI" userId="2e85bd1e74ea42be" providerId="LiveId" clId="{B1D15F76-5B44-4122-AE4A-D269AD4E083B}"/>
    <pc:docChg chg="undo custSel addSld delSld modSld">
      <pc:chgData name="KARTHIGA GANDHI" userId="2e85bd1e74ea42be" providerId="LiveId" clId="{B1D15F76-5B44-4122-AE4A-D269AD4E083B}" dt="2026-07-22T05:38:08.730" v="252" actId="20577"/>
      <pc:docMkLst>
        <pc:docMk/>
      </pc:docMkLst>
      <pc:sldChg chg="modSp mod">
        <pc:chgData name="KARTHIGA GANDHI" userId="2e85bd1e74ea42be" providerId="LiveId" clId="{B1D15F76-5B44-4122-AE4A-D269AD4E083B}" dt="2026-07-22T05:02:38.753" v="27" actId="113"/>
        <pc:sldMkLst>
          <pc:docMk/>
          <pc:sldMk cId="3223249047" sldId="256"/>
        </pc:sldMkLst>
        <pc:spChg chg="mod">
          <ac:chgData name="KARTHIGA GANDHI" userId="2e85bd1e74ea42be" providerId="LiveId" clId="{B1D15F76-5B44-4122-AE4A-D269AD4E083B}" dt="2026-07-22T05:02:38.753" v="27" actId="113"/>
          <ac:spMkLst>
            <pc:docMk/>
            <pc:sldMk cId="3223249047" sldId="256"/>
            <ac:spMk id="9" creationId="{F3256025-08D6-6C7D-DC9C-5601060E6115}"/>
          </ac:spMkLst>
        </pc:spChg>
      </pc:sldChg>
      <pc:sldChg chg="addSp delSp modSp mod">
        <pc:chgData name="KARTHIGA GANDHI" userId="2e85bd1e74ea42be" providerId="LiveId" clId="{B1D15F76-5B44-4122-AE4A-D269AD4E083B}" dt="2026-07-22T05:33:15.957" v="228" actId="14100"/>
        <pc:sldMkLst>
          <pc:docMk/>
          <pc:sldMk cId="1900427989" sldId="257"/>
        </pc:sldMkLst>
        <pc:spChg chg="mod">
          <ac:chgData name="KARTHIGA GANDHI" userId="2e85bd1e74ea42be" providerId="LiveId" clId="{B1D15F76-5B44-4122-AE4A-D269AD4E083B}" dt="2026-07-22T05:05:09.506" v="41" actId="14100"/>
          <ac:spMkLst>
            <pc:docMk/>
            <pc:sldMk cId="1900427989" sldId="257"/>
            <ac:spMk id="4" creationId="{1BED429C-63A3-D050-325F-F63FF365B067}"/>
          </ac:spMkLst>
        </pc:spChg>
        <pc:picChg chg="del">
          <ac:chgData name="KARTHIGA GANDHI" userId="2e85bd1e74ea42be" providerId="LiveId" clId="{B1D15F76-5B44-4122-AE4A-D269AD4E083B}" dt="2026-07-22T05:32:32.684" v="215" actId="478"/>
          <ac:picMkLst>
            <pc:docMk/>
            <pc:sldMk cId="1900427989" sldId="257"/>
            <ac:picMk id="8" creationId="{46FF5CE6-E446-EDC8-FE03-FB80CCE49016}"/>
          </ac:picMkLst>
        </pc:picChg>
        <pc:picChg chg="add mod">
          <ac:chgData name="KARTHIGA GANDHI" userId="2e85bd1e74ea42be" providerId="LiveId" clId="{B1D15F76-5B44-4122-AE4A-D269AD4E083B}" dt="2026-07-22T05:33:04.790" v="224" actId="14100"/>
          <ac:picMkLst>
            <pc:docMk/>
            <pc:sldMk cId="1900427989" sldId="257"/>
            <ac:picMk id="1026" creationId="{606E7343-B52D-CBE5-DDC7-43DB185207C4}"/>
          </ac:picMkLst>
        </pc:picChg>
        <pc:picChg chg="add mod">
          <ac:chgData name="KARTHIGA GANDHI" userId="2e85bd1e74ea42be" providerId="LiveId" clId="{B1D15F76-5B44-4122-AE4A-D269AD4E083B}" dt="2026-07-22T05:33:04.790" v="224" actId="14100"/>
          <ac:picMkLst>
            <pc:docMk/>
            <pc:sldMk cId="1900427989" sldId="257"/>
            <ac:picMk id="1028" creationId="{B1C0C513-6465-BC90-83D2-586D2C413A1F}"/>
          </ac:picMkLst>
        </pc:picChg>
        <pc:picChg chg="add mod">
          <ac:chgData name="KARTHIGA GANDHI" userId="2e85bd1e74ea42be" providerId="LiveId" clId="{B1D15F76-5B44-4122-AE4A-D269AD4E083B}" dt="2026-07-22T05:33:15.957" v="228" actId="14100"/>
          <ac:picMkLst>
            <pc:docMk/>
            <pc:sldMk cId="1900427989" sldId="257"/>
            <ac:picMk id="1030" creationId="{6DB7F06E-55CF-2B53-496A-52FD19838FC8}"/>
          </ac:picMkLst>
        </pc:picChg>
      </pc:sldChg>
      <pc:sldChg chg="del">
        <pc:chgData name="KARTHIGA GANDHI" userId="2e85bd1e74ea42be" providerId="LiveId" clId="{B1D15F76-5B44-4122-AE4A-D269AD4E083B}" dt="2026-07-22T05:13:09.203" v="139" actId="47"/>
        <pc:sldMkLst>
          <pc:docMk/>
          <pc:sldMk cId="2705007079" sldId="258"/>
        </pc:sldMkLst>
      </pc:sldChg>
      <pc:sldChg chg="addSp modSp mod">
        <pc:chgData name="KARTHIGA GANDHI" userId="2e85bd1e74ea42be" providerId="LiveId" clId="{B1D15F76-5B44-4122-AE4A-D269AD4E083B}" dt="2026-07-22T05:38:08.730" v="252" actId="20577"/>
        <pc:sldMkLst>
          <pc:docMk/>
          <pc:sldMk cId="2873361131" sldId="259"/>
        </pc:sldMkLst>
        <pc:spChg chg="mod">
          <ac:chgData name="KARTHIGA GANDHI" userId="2e85bd1e74ea42be" providerId="LiveId" clId="{B1D15F76-5B44-4122-AE4A-D269AD4E083B}" dt="2026-07-22T05:38:08.730" v="252" actId="20577"/>
          <ac:spMkLst>
            <pc:docMk/>
            <pc:sldMk cId="2873361131" sldId="259"/>
            <ac:spMk id="4" creationId="{0E41EC61-80E4-0436-1A99-291E36722691}"/>
          </ac:spMkLst>
        </pc:spChg>
        <pc:spChg chg="mod">
          <ac:chgData name="KARTHIGA GANDHI" userId="2e85bd1e74ea42be" providerId="LiveId" clId="{B1D15F76-5B44-4122-AE4A-D269AD4E083B}" dt="2026-07-22T05:06:43.041" v="72" actId="14100"/>
          <ac:spMkLst>
            <pc:docMk/>
            <pc:sldMk cId="2873361131" sldId="259"/>
            <ac:spMk id="5" creationId="{7698D54E-2A4D-6291-9126-CDCCF7D7EEF5}"/>
          </ac:spMkLst>
        </pc:spChg>
        <pc:picChg chg="mod">
          <ac:chgData name="KARTHIGA GANDHI" userId="2e85bd1e74ea42be" providerId="LiveId" clId="{B1D15F76-5B44-4122-AE4A-D269AD4E083B}" dt="2026-07-22T05:08:27.234" v="92" actId="14100"/>
          <ac:picMkLst>
            <pc:docMk/>
            <pc:sldMk cId="2873361131" sldId="259"/>
            <ac:picMk id="2" creationId="{9BEF4A03-26AE-E191-CD3B-50D0D3B007EA}"/>
          </ac:picMkLst>
        </pc:picChg>
        <pc:picChg chg="add mod">
          <ac:chgData name="KARTHIGA GANDHI" userId="2e85bd1e74ea42be" providerId="LiveId" clId="{B1D15F76-5B44-4122-AE4A-D269AD4E083B}" dt="2026-07-22T05:34:07.818" v="235" actId="14100"/>
          <ac:picMkLst>
            <pc:docMk/>
            <pc:sldMk cId="2873361131" sldId="259"/>
            <ac:picMk id="2050" creationId="{4D2F6ADA-1802-EF88-D461-BC4DC28FD517}"/>
          </ac:picMkLst>
        </pc:picChg>
      </pc:sldChg>
      <pc:sldChg chg="del">
        <pc:chgData name="KARTHIGA GANDHI" userId="2e85bd1e74ea42be" providerId="LiveId" clId="{B1D15F76-5B44-4122-AE4A-D269AD4E083B}" dt="2026-07-22T05:13:06.267" v="138" actId="47"/>
        <pc:sldMkLst>
          <pc:docMk/>
          <pc:sldMk cId="2980284977" sldId="260"/>
        </pc:sldMkLst>
      </pc:sldChg>
      <pc:sldChg chg="del">
        <pc:chgData name="KARTHIGA GANDHI" userId="2e85bd1e74ea42be" providerId="LiveId" clId="{B1D15F76-5B44-4122-AE4A-D269AD4E083B}" dt="2026-07-22T05:13:00.989" v="132" actId="47"/>
        <pc:sldMkLst>
          <pc:docMk/>
          <pc:sldMk cId="2316150012" sldId="262"/>
        </pc:sldMkLst>
      </pc:sldChg>
      <pc:sldChg chg="del">
        <pc:chgData name="KARTHIGA GANDHI" userId="2e85bd1e74ea42be" providerId="LiveId" clId="{B1D15F76-5B44-4122-AE4A-D269AD4E083B}" dt="2026-07-22T05:13:02.185" v="133" actId="47"/>
        <pc:sldMkLst>
          <pc:docMk/>
          <pc:sldMk cId="4199031577" sldId="263"/>
        </pc:sldMkLst>
      </pc:sldChg>
      <pc:sldChg chg="del">
        <pc:chgData name="KARTHIGA GANDHI" userId="2e85bd1e74ea42be" providerId="LiveId" clId="{B1D15F76-5B44-4122-AE4A-D269AD4E083B}" dt="2026-07-22T05:19:08.700" v="198" actId="47"/>
        <pc:sldMkLst>
          <pc:docMk/>
          <pc:sldMk cId="1073384335" sldId="266"/>
        </pc:sldMkLst>
      </pc:sldChg>
      <pc:sldChg chg="modSp mod">
        <pc:chgData name="KARTHIGA GANDHI" userId="2e85bd1e74ea42be" providerId="LiveId" clId="{B1D15F76-5B44-4122-AE4A-D269AD4E083B}" dt="2026-07-22T05:19:25.364" v="205" actId="12"/>
        <pc:sldMkLst>
          <pc:docMk/>
          <pc:sldMk cId="681065740" sldId="267"/>
        </pc:sldMkLst>
        <pc:spChg chg="mod">
          <ac:chgData name="KARTHIGA GANDHI" userId="2e85bd1e74ea42be" providerId="LiveId" clId="{B1D15F76-5B44-4122-AE4A-D269AD4E083B}" dt="2026-07-22T05:19:25.364" v="205" actId="12"/>
          <ac:spMkLst>
            <pc:docMk/>
            <pc:sldMk cId="681065740" sldId="267"/>
            <ac:spMk id="6" creationId="{A1808BBA-307D-AF21-921F-7B1EAF5767F9}"/>
          </ac:spMkLst>
        </pc:spChg>
      </pc:sldChg>
      <pc:sldChg chg="del">
        <pc:chgData name="KARTHIGA GANDHI" userId="2e85bd1e74ea42be" providerId="LiveId" clId="{B1D15F76-5B44-4122-AE4A-D269AD4E083B}" dt="2026-07-22T05:12:58.741" v="131" actId="47"/>
        <pc:sldMkLst>
          <pc:docMk/>
          <pc:sldMk cId="726955293" sldId="269"/>
        </pc:sldMkLst>
      </pc:sldChg>
      <pc:sldChg chg="addSp modSp new mod">
        <pc:chgData name="KARTHIGA GANDHI" userId="2e85bd1e74ea42be" providerId="LiveId" clId="{B1D15F76-5B44-4122-AE4A-D269AD4E083B}" dt="2026-07-22T05:29:25.976" v="214" actId="14100"/>
        <pc:sldMkLst>
          <pc:docMk/>
          <pc:sldMk cId="1319006992" sldId="269"/>
        </pc:sldMkLst>
        <pc:spChg chg="add">
          <ac:chgData name="KARTHIGA GANDHI" userId="2e85bd1e74ea42be" providerId="LiveId" clId="{B1D15F76-5B44-4122-AE4A-D269AD4E083B}" dt="2026-07-22T05:29:05.621" v="206"/>
          <ac:spMkLst>
            <pc:docMk/>
            <pc:sldMk cId="1319006992" sldId="269"/>
            <ac:spMk id="4" creationId="{2F27859F-C9E1-F2A0-44C9-C2694093E4B3}"/>
          </ac:spMkLst>
        </pc:spChg>
        <pc:picChg chg="add mod">
          <ac:chgData name="KARTHIGA GANDHI" userId="2e85bd1e74ea42be" providerId="LiveId" clId="{B1D15F76-5B44-4122-AE4A-D269AD4E083B}" dt="2026-07-22T05:13:24.550" v="141"/>
          <ac:picMkLst>
            <pc:docMk/>
            <pc:sldMk cId="1319006992" sldId="269"/>
            <ac:picMk id="2" creationId="{B4CC726B-E9A2-18EB-277F-D5D7A5B8D206}"/>
          </ac:picMkLst>
        </pc:picChg>
        <pc:picChg chg="add mod">
          <ac:chgData name="KARTHIGA GANDHI" userId="2e85bd1e74ea42be" providerId="LiveId" clId="{B1D15F76-5B44-4122-AE4A-D269AD4E083B}" dt="2026-07-22T05:13:31.297" v="142"/>
          <ac:picMkLst>
            <pc:docMk/>
            <pc:sldMk cId="1319006992" sldId="269"/>
            <ac:picMk id="3" creationId="{585B21F5-3931-A3CD-5B24-D19BAB6BBD2B}"/>
          </ac:picMkLst>
        </pc:picChg>
        <pc:picChg chg="add mod">
          <ac:chgData name="KARTHIGA GANDHI" userId="2e85bd1e74ea42be" providerId="LiveId" clId="{B1D15F76-5B44-4122-AE4A-D269AD4E083B}" dt="2026-07-22T05:29:25.976" v="214" actId="14100"/>
          <ac:picMkLst>
            <pc:docMk/>
            <pc:sldMk cId="1319006992" sldId="269"/>
            <ac:picMk id="5" creationId="{BBDE7BAA-3217-107D-3303-3BD09E7743DF}"/>
          </ac:picMkLst>
        </pc:picChg>
      </pc:sldChg>
      <pc:sldChg chg="del">
        <pc:chgData name="KARTHIGA GANDHI" userId="2e85bd1e74ea42be" providerId="LiveId" clId="{B1D15F76-5B44-4122-AE4A-D269AD4E083B}" dt="2026-07-22T05:13:03.768" v="135" actId="47"/>
        <pc:sldMkLst>
          <pc:docMk/>
          <pc:sldMk cId="1062492694" sldId="270"/>
        </pc:sldMkLst>
      </pc:sldChg>
      <pc:sldChg chg="addSp modSp new mod">
        <pc:chgData name="KARTHIGA GANDHI" userId="2e85bd1e74ea42be" providerId="LiveId" clId="{B1D15F76-5B44-4122-AE4A-D269AD4E083B}" dt="2026-07-22T05:37:41.434" v="250" actId="14100"/>
        <pc:sldMkLst>
          <pc:docMk/>
          <pc:sldMk cId="4027767828" sldId="270"/>
        </pc:sldMkLst>
        <pc:spChg chg="add mod">
          <ac:chgData name="KARTHIGA GANDHI" userId="2e85bd1e74ea42be" providerId="LiveId" clId="{B1D15F76-5B44-4122-AE4A-D269AD4E083B}" dt="2026-07-22T05:15:01.372" v="153" actId="14100"/>
          <ac:spMkLst>
            <pc:docMk/>
            <pc:sldMk cId="4027767828" sldId="270"/>
            <ac:spMk id="4" creationId="{E6E7FFA9-CF46-60D2-6291-A0029DABED7C}"/>
          </ac:spMkLst>
        </pc:spChg>
        <pc:spChg chg="add mod">
          <ac:chgData name="KARTHIGA GANDHI" userId="2e85bd1e74ea42be" providerId="LiveId" clId="{B1D15F76-5B44-4122-AE4A-D269AD4E083B}" dt="2026-07-22T05:16:35.474" v="166" actId="255"/>
          <ac:spMkLst>
            <pc:docMk/>
            <pc:sldMk cId="4027767828" sldId="270"/>
            <ac:spMk id="5" creationId="{CF7C94AA-0F3F-E7E7-7538-C6DCAAC5A84C}"/>
          </ac:spMkLst>
        </pc:spChg>
        <pc:picChg chg="add mod">
          <ac:chgData name="KARTHIGA GANDHI" userId="2e85bd1e74ea42be" providerId="LiveId" clId="{B1D15F76-5B44-4122-AE4A-D269AD4E083B}" dt="2026-07-22T05:14:02.147" v="144"/>
          <ac:picMkLst>
            <pc:docMk/>
            <pc:sldMk cId="4027767828" sldId="270"/>
            <ac:picMk id="2" creationId="{DCDA4C4D-63B6-4E34-E75D-75D2BD04874A}"/>
          </ac:picMkLst>
        </pc:picChg>
        <pc:picChg chg="add mod">
          <ac:chgData name="KARTHIGA GANDHI" userId="2e85bd1e74ea42be" providerId="LiveId" clId="{B1D15F76-5B44-4122-AE4A-D269AD4E083B}" dt="2026-07-22T05:14:08.082" v="145"/>
          <ac:picMkLst>
            <pc:docMk/>
            <pc:sldMk cId="4027767828" sldId="270"/>
            <ac:picMk id="3" creationId="{E1BBF285-E285-7A47-38B2-2AFE16F26BB7}"/>
          </ac:picMkLst>
        </pc:picChg>
        <pc:picChg chg="add mod">
          <ac:chgData name="KARTHIGA GANDHI" userId="2e85bd1e74ea42be" providerId="LiveId" clId="{B1D15F76-5B44-4122-AE4A-D269AD4E083B}" dt="2026-07-22T05:37:41.434" v="250" actId="14100"/>
          <ac:picMkLst>
            <pc:docMk/>
            <pc:sldMk cId="4027767828" sldId="270"/>
            <ac:picMk id="4098" creationId="{7BFD296D-EE1F-3899-312B-3E2E6245CAE2}"/>
          </ac:picMkLst>
        </pc:picChg>
      </pc:sldChg>
      <pc:sldChg chg="addSp delSp modSp new mod">
        <pc:chgData name="KARTHIGA GANDHI" userId="2e85bd1e74ea42be" providerId="LiveId" clId="{B1D15F76-5B44-4122-AE4A-D269AD4E083B}" dt="2026-07-22T05:37:09.003" v="244" actId="20577"/>
        <pc:sldMkLst>
          <pc:docMk/>
          <pc:sldMk cId="181938236" sldId="271"/>
        </pc:sldMkLst>
        <pc:spChg chg="add del mod">
          <ac:chgData name="KARTHIGA GANDHI" userId="2e85bd1e74ea42be" providerId="LiveId" clId="{B1D15F76-5B44-4122-AE4A-D269AD4E083B}" dt="2026-07-22T05:17:25.831" v="177"/>
          <ac:spMkLst>
            <pc:docMk/>
            <pc:sldMk cId="181938236" sldId="271"/>
            <ac:spMk id="2" creationId="{BB9C3195-B6B4-4960-0197-1B4F83CE1147}"/>
          </ac:spMkLst>
        </pc:spChg>
        <pc:spChg chg="add mod">
          <ac:chgData name="KARTHIGA GANDHI" userId="2e85bd1e74ea42be" providerId="LiveId" clId="{B1D15F76-5B44-4122-AE4A-D269AD4E083B}" dt="2026-07-22T05:37:09.003" v="244" actId="20577"/>
          <ac:spMkLst>
            <pc:docMk/>
            <pc:sldMk cId="181938236" sldId="271"/>
            <ac:spMk id="3" creationId="{5E3EFB8F-4015-AB9D-E687-20107E88CA81}"/>
          </ac:spMkLst>
        </pc:spChg>
        <pc:spChg chg="add mod">
          <ac:chgData name="KARTHIGA GANDHI" userId="2e85bd1e74ea42be" providerId="LiveId" clId="{B1D15F76-5B44-4122-AE4A-D269AD4E083B}" dt="2026-07-22T05:17:48.816" v="193" actId="113"/>
          <ac:spMkLst>
            <pc:docMk/>
            <pc:sldMk cId="181938236" sldId="271"/>
            <ac:spMk id="4" creationId="{596A7A0F-8778-DC2C-B18A-02E521837348}"/>
          </ac:spMkLst>
        </pc:spChg>
        <pc:picChg chg="add mod">
          <ac:chgData name="KARTHIGA GANDHI" userId="2e85bd1e74ea42be" providerId="LiveId" clId="{B1D15F76-5B44-4122-AE4A-D269AD4E083B}" dt="2026-07-22T05:18:16.938" v="196"/>
          <ac:picMkLst>
            <pc:docMk/>
            <pc:sldMk cId="181938236" sldId="271"/>
            <ac:picMk id="5" creationId="{17E87BC6-32B8-1506-41D8-EA078A5CA0DA}"/>
          </ac:picMkLst>
        </pc:picChg>
        <pc:picChg chg="add mod">
          <ac:chgData name="KARTHIGA GANDHI" userId="2e85bd1e74ea42be" providerId="LiveId" clId="{B1D15F76-5B44-4122-AE4A-D269AD4E083B}" dt="2026-07-22T05:18:23.699" v="197"/>
          <ac:picMkLst>
            <pc:docMk/>
            <pc:sldMk cId="181938236" sldId="271"/>
            <ac:picMk id="6" creationId="{4AC1A70A-86EC-6D74-B2CD-8AEB609532BD}"/>
          </ac:picMkLst>
        </pc:picChg>
        <pc:picChg chg="add mod">
          <ac:chgData name="KARTHIGA GANDHI" userId="2e85bd1e74ea42be" providerId="LiveId" clId="{B1D15F76-5B44-4122-AE4A-D269AD4E083B}" dt="2026-07-22T05:36:57.479" v="242" actId="14100"/>
          <ac:picMkLst>
            <pc:docMk/>
            <pc:sldMk cId="181938236" sldId="271"/>
            <ac:picMk id="3074" creationId="{CABE1F5C-61C6-6D54-60E7-117F86C16C26}"/>
          </ac:picMkLst>
        </pc:picChg>
      </pc:sldChg>
      <pc:sldChg chg="del">
        <pc:chgData name="KARTHIGA GANDHI" userId="2e85bd1e74ea42be" providerId="LiveId" clId="{B1D15F76-5B44-4122-AE4A-D269AD4E083B}" dt="2026-07-22T05:13:02.687" v="134" actId="47"/>
        <pc:sldMkLst>
          <pc:docMk/>
          <pc:sldMk cId="3642993131" sldId="272"/>
        </pc:sldMkLst>
      </pc:sldChg>
      <pc:sldChg chg="del">
        <pc:chgData name="KARTHIGA GANDHI" userId="2e85bd1e74ea42be" providerId="LiveId" clId="{B1D15F76-5B44-4122-AE4A-D269AD4E083B}" dt="2026-07-22T05:12:57.427" v="130" actId="47"/>
        <pc:sldMkLst>
          <pc:docMk/>
          <pc:sldMk cId="2439224584" sldId="273"/>
        </pc:sldMkLst>
      </pc:sldChg>
      <pc:sldChg chg="del">
        <pc:chgData name="KARTHIGA GANDHI" userId="2e85bd1e74ea42be" providerId="LiveId" clId="{B1D15F76-5B44-4122-AE4A-D269AD4E083B}" dt="2026-07-22T05:13:05.203" v="137" actId="47"/>
        <pc:sldMkLst>
          <pc:docMk/>
          <pc:sldMk cId="2943734550" sldId="275"/>
        </pc:sldMkLst>
      </pc:sldChg>
      <pc:sldChg chg="del">
        <pc:chgData name="KARTHIGA GANDHI" userId="2e85bd1e74ea42be" providerId="LiveId" clId="{B1D15F76-5B44-4122-AE4A-D269AD4E083B}" dt="2026-07-22T05:13:04.398" v="136" actId="47"/>
        <pc:sldMkLst>
          <pc:docMk/>
          <pc:sldMk cId="3109025322"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E62D01-477E-47EA-BBA5-4CAC5321A6A4}" type="datetimeFigureOut">
              <a:rPr lang="en-IN" smtClean="0"/>
              <a:t>29-07-2026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18B829-7591-4FA3-8905-358036E6C0EB}" type="slidenum">
              <a:rPr lang="en-IN" smtClean="0"/>
              <a:t>‹#›</a:t>
            </a:fld>
            <a:endParaRPr lang="en-IN"/>
          </a:p>
        </p:txBody>
      </p:sp>
    </p:spTree>
    <p:extLst>
      <p:ext uri="{BB962C8B-B14F-4D97-AF65-F5344CB8AC3E}">
        <p14:creationId xmlns:p14="http://schemas.microsoft.com/office/powerpoint/2010/main" val="2672847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18B829-7591-4FA3-8905-358036E6C0EB}" type="slidenum">
              <a:rPr lang="en-IN" smtClean="0"/>
              <a:t>2</a:t>
            </a:fld>
            <a:endParaRPr lang="en-IN"/>
          </a:p>
        </p:txBody>
      </p:sp>
    </p:spTree>
    <p:extLst>
      <p:ext uri="{BB962C8B-B14F-4D97-AF65-F5344CB8AC3E}">
        <p14:creationId xmlns:p14="http://schemas.microsoft.com/office/powerpoint/2010/main" val="2407127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18B829-7591-4FA3-8905-358036E6C0EB}" type="slidenum">
              <a:rPr lang="en-IN" smtClean="0"/>
              <a:t>3</a:t>
            </a:fld>
            <a:endParaRPr lang="en-IN"/>
          </a:p>
        </p:txBody>
      </p:sp>
    </p:spTree>
    <p:extLst>
      <p:ext uri="{BB962C8B-B14F-4D97-AF65-F5344CB8AC3E}">
        <p14:creationId xmlns:p14="http://schemas.microsoft.com/office/powerpoint/2010/main" val="1297745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6C4F9-0A3D-E27B-7B1F-E02A4D141B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B71E3A-0951-914F-F28A-12C118CAAF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79ED42-A874-E943-6011-D1570A04FF4E}"/>
              </a:ext>
            </a:extLst>
          </p:cNvPr>
          <p:cNvSpPr>
            <a:spLocks noGrp="1"/>
          </p:cNvSpPr>
          <p:nvPr>
            <p:ph type="dt" sz="half" idx="10"/>
          </p:nvPr>
        </p:nvSpPr>
        <p:spPr/>
        <p:txBody>
          <a:bodyPr/>
          <a:lstStyle/>
          <a:p>
            <a:fld id="{1EF0C366-C68A-45E7-9CF0-1CC3C5B2DFF0}" type="datetimeFigureOut">
              <a:rPr lang="en-IN" smtClean="0"/>
              <a:t>29-07-2026</a:t>
            </a:fld>
            <a:endParaRPr lang="en-IN"/>
          </a:p>
        </p:txBody>
      </p:sp>
      <p:sp>
        <p:nvSpPr>
          <p:cNvPr id="5" name="Footer Placeholder 4">
            <a:extLst>
              <a:ext uri="{FF2B5EF4-FFF2-40B4-BE49-F238E27FC236}">
                <a16:creationId xmlns:a16="http://schemas.microsoft.com/office/drawing/2014/main" id="{D1F05A2B-DEF9-A759-94F6-4801A7617C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F5242B-B0F0-C9B1-671D-6D226A123801}"/>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1136421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D5E0D-4A33-24A7-8B48-4D3BA8588E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2AE126-35A9-A836-BBF4-0099A0C102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E50B26-F53A-2381-329F-BA6E2558A17F}"/>
              </a:ext>
            </a:extLst>
          </p:cNvPr>
          <p:cNvSpPr>
            <a:spLocks noGrp="1"/>
          </p:cNvSpPr>
          <p:nvPr>
            <p:ph type="dt" sz="half" idx="10"/>
          </p:nvPr>
        </p:nvSpPr>
        <p:spPr/>
        <p:txBody>
          <a:bodyPr/>
          <a:lstStyle/>
          <a:p>
            <a:fld id="{1EF0C366-C68A-45E7-9CF0-1CC3C5B2DFF0}" type="datetimeFigureOut">
              <a:rPr lang="en-IN" smtClean="0"/>
              <a:t>29-07-2026</a:t>
            </a:fld>
            <a:endParaRPr lang="en-IN"/>
          </a:p>
        </p:txBody>
      </p:sp>
      <p:sp>
        <p:nvSpPr>
          <p:cNvPr id="5" name="Footer Placeholder 4">
            <a:extLst>
              <a:ext uri="{FF2B5EF4-FFF2-40B4-BE49-F238E27FC236}">
                <a16:creationId xmlns:a16="http://schemas.microsoft.com/office/drawing/2014/main" id="{29821744-C37E-D769-1CCE-94FFE190E0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80B56C-D1E6-D7E3-6BB6-8EB84B96EA93}"/>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3804548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D4142-616D-458E-0E48-FF597A1448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127C42-90A8-A485-044D-28AE6ABAA0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0BFE47-A6D3-854E-EE79-808DD75CA3D4}"/>
              </a:ext>
            </a:extLst>
          </p:cNvPr>
          <p:cNvSpPr>
            <a:spLocks noGrp="1"/>
          </p:cNvSpPr>
          <p:nvPr>
            <p:ph type="dt" sz="half" idx="10"/>
          </p:nvPr>
        </p:nvSpPr>
        <p:spPr/>
        <p:txBody>
          <a:bodyPr/>
          <a:lstStyle/>
          <a:p>
            <a:fld id="{1EF0C366-C68A-45E7-9CF0-1CC3C5B2DFF0}" type="datetimeFigureOut">
              <a:rPr lang="en-IN" smtClean="0"/>
              <a:t>29-07-2026</a:t>
            </a:fld>
            <a:endParaRPr lang="en-IN"/>
          </a:p>
        </p:txBody>
      </p:sp>
      <p:sp>
        <p:nvSpPr>
          <p:cNvPr id="5" name="Footer Placeholder 4">
            <a:extLst>
              <a:ext uri="{FF2B5EF4-FFF2-40B4-BE49-F238E27FC236}">
                <a16:creationId xmlns:a16="http://schemas.microsoft.com/office/drawing/2014/main" id="{52B48507-03F2-8545-84A8-F500BC1971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82A5FF-01ED-9520-70D8-47818B58C3D6}"/>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1363406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9F78-95E0-5CEF-AD75-172007F970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312A02-86E3-9C7D-FD81-392E34E8E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8A9536-D577-4626-9F0B-8B96DFD25B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D4ACB91-0A04-385F-C20E-740CAAEAADC8}"/>
              </a:ext>
            </a:extLst>
          </p:cNvPr>
          <p:cNvSpPr>
            <a:spLocks noGrp="1"/>
          </p:cNvSpPr>
          <p:nvPr>
            <p:ph type="dt" sz="half" idx="10"/>
          </p:nvPr>
        </p:nvSpPr>
        <p:spPr/>
        <p:txBody>
          <a:bodyPr/>
          <a:lstStyle/>
          <a:p>
            <a:fld id="{1EF0C366-C68A-45E7-9CF0-1CC3C5B2DFF0}" type="datetimeFigureOut">
              <a:rPr lang="en-IN" smtClean="0"/>
              <a:t>29-07-2026</a:t>
            </a:fld>
            <a:endParaRPr lang="en-IN"/>
          </a:p>
        </p:txBody>
      </p:sp>
      <p:sp>
        <p:nvSpPr>
          <p:cNvPr id="6" name="Footer Placeholder 5">
            <a:extLst>
              <a:ext uri="{FF2B5EF4-FFF2-40B4-BE49-F238E27FC236}">
                <a16:creationId xmlns:a16="http://schemas.microsoft.com/office/drawing/2014/main" id="{B9E85C50-FE97-7B00-CAED-EB0F361BC3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4B4D1D-2786-18D6-D234-A1684EB6B323}"/>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2754156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058F4-04C0-C4B9-8101-255340C1CE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52E86-F4B2-30C4-3734-300D9128B6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798749-A3E3-5BF2-4A6E-C053C848B8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87196E-627A-95E6-3DA6-2775760B0D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6A4C87-E3F5-46C6-2A17-65ED23DAD9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EDEF726-4894-5798-7DA0-735DB77759A4}"/>
              </a:ext>
            </a:extLst>
          </p:cNvPr>
          <p:cNvSpPr>
            <a:spLocks noGrp="1"/>
          </p:cNvSpPr>
          <p:nvPr>
            <p:ph type="dt" sz="half" idx="10"/>
          </p:nvPr>
        </p:nvSpPr>
        <p:spPr/>
        <p:txBody>
          <a:bodyPr/>
          <a:lstStyle/>
          <a:p>
            <a:fld id="{1EF0C366-C68A-45E7-9CF0-1CC3C5B2DFF0}" type="datetimeFigureOut">
              <a:rPr lang="en-IN" smtClean="0"/>
              <a:t>29-07-2026</a:t>
            </a:fld>
            <a:endParaRPr lang="en-IN"/>
          </a:p>
        </p:txBody>
      </p:sp>
      <p:sp>
        <p:nvSpPr>
          <p:cNvPr id="8" name="Footer Placeholder 7">
            <a:extLst>
              <a:ext uri="{FF2B5EF4-FFF2-40B4-BE49-F238E27FC236}">
                <a16:creationId xmlns:a16="http://schemas.microsoft.com/office/drawing/2014/main" id="{756A48BA-E08D-1308-A4A7-9704DF9596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5449E6-1647-F4AB-3580-7265A3D1991E}"/>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4183565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75BA0-9EA6-174C-9C7E-5CA9435F41F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A7F8E1-61B7-C061-ED27-E017ECB23334}"/>
              </a:ext>
            </a:extLst>
          </p:cNvPr>
          <p:cNvSpPr>
            <a:spLocks noGrp="1"/>
          </p:cNvSpPr>
          <p:nvPr>
            <p:ph type="dt" sz="half" idx="10"/>
          </p:nvPr>
        </p:nvSpPr>
        <p:spPr/>
        <p:txBody>
          <a:bodyPr/>
          <a:lstStyle/>
          <a:p>
            <a:fld id="{1EF0C366-C68A-45E7-9CF0-1CC3C5B2DFF0}" type="datetimeFigureOut">
              <a:rPr lang="en-IN" smtClean="0"/>
              <a:t>29-07-2026</a:t>
            </a:fld>
            <a:endParaRPr lang="en-IN"/>
          </a:p>
        </p:txBody>
      </p:sp>
      <p:sp>
        <p:nvSpPr>
          <p:cNvPr id="4" name="Footer Placeholder 3">
            <a:extLst>
              <a:ext uri="{FF2B5EF4-FFF2-40B4-BE49-F238E27FC236}">
                <a16:creationId xmlns:a16="http://schemas.microsoft.com/office/drawing/2014/main" id="{0B62DFEF-DDCF-0E7B-31D3-639326FF680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5F6C544-4D2D-D1DB-673A-A8A623684F69}"/>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3397479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01E54D-A338-6479-CBB4-0A2E69CB088E}"/>
              </a:ext>
            </a:extLst>
          </p:cNvPr>
          <p:cNvSpPr>
            <a:spLocks noGrp="1"/>
          </p:cNvSpPr>
          <p:nvPr>
            <p:ph type="dt" sz="half" idx="10"/>
          </p:nvPr>
        </p:nvSpPr>
        <p:spPr/>
        <p:txBody>
          <a:bodyPr/>
          <a:lstStyle/>
          <a:p>
            <a:fld id="{1EF0C366-C68A-45E7-9CF0-1CC3C5B2DFF0}" type="datetimeFigureOut">
              <a:rPr lang="en-IN" smtClean="0"/>
              <a:t>29-07-2026</a:t>
            </a:fld>
            <a:endParaRPr lang="en-IN"/>
          </a:p>
        </p:txBody>
      </p:sp>
      <p:sp>
        <p:nvSpPr>
          <p:cNvPr id="3" name="Footer Placeholder 2">
            <a:extLst>
              <a:ext uri="{FF2B5EF4-FFF2-40B4-BE49-F238E27FC236}">
                <a16:creationId xmlns:a16="http://schemas.microsoft.com/office/drawing/2014/main" id="{99B9D789-AFB3-FCE6-C6A8-727E9B854DA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E0BA968-495F-F007-4BC8-91FFA48D468E}"/>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2491285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3D113-B9F3-50FE-6826-1742C2FDC9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E61CFEB-4079-9692-4A28-30A8BE336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2A90F3-1FD0-8A05-5760-C9CF6D110F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ABB89C-309C-156A-20D2-FA1245FB6856}"/>
              </a:ext>
            </a:extLst>
          </p:cNvPr>
          <p:cNvSpPr>
            <a:spLocks noGrp="1"/>
          </p:cNvSpPr>
          <p:nvPr>
            <p:ph type="dt" sz="half" idx="10"/>
          </p:nvPr>
        </p:nvSpPr>
        <p:spPr/>
        <p:txBody>
          <a:bodyPr/>
          <a:lstStyle/>
          <a:p>
            <a:fld id="{1EF0C366-C68A-45E7-9CF0-1CC3C5B2DFF0}" type="datetimeFigureOut">
              <a:rPr lang="en-IN" smtClean="0"/>
              <a:t>29-07-2026</a:t>
            </a:fld>
            <a:endParaRPr lang="en-IN"/>
          </a:p>
        </p:txBody>
      </p:sp>
      <p:sp>
        <p:nvSpPr>
          <p:cNvPr id="6" name="Footer Placeholder 5">
            <a:extLst>
              <a:ext uri="{FF2B5EF4-FFF2-40B4-BE49-F238E27FC236}">
                <a16:creationId xmlns:a16="http://schemas.microsoft.com/office/drawing/2014/main" id="{9F11FCCB-547A-DF23-959B-2348ADF9E8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61DDB6-87C3-7EA0-1211-5AFEC1FD8B06}"/>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4224406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2123F-2E21-B5BC-0E92-CA47CF345C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CCFD71-444B-3CB8-CD6C-2F076682BC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B97053-5C1A-45B1-C9B9-B3C13B74CE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B154BA-129C-5F58-7321-63E9C570A1B6}"/>
              </a:ext>
            </a:extLst>
          </p:cNvPr>
          <p:cNvSpPr>
            <a:spLocks noGrp="1"/>
          </p:cNvSpPr>
          <p:nvPr>
            <p:ph type="dt" sz="half" idx="10"/>
          </p:nvPr>
        </p:nvSpPr>
        <p:spPr/>
        <p:txBody>
          <a:bodyPr/>
          <a:lstStyle/>
          <a:p>
            <a:fld id="{1EF0C366-C68A-45E7-9CF0-1CC3C5B2DFF0}" type="datetimeFigureOut">
              <a:rPr lang="en-IN" smtClean="0"/>
              <a:t>29-07-2026</a:t>
            </a:fld>
            <a:endParaRPr lang="en-IN"/>
          </a:p>
        </p:txBody>
      </p:sp>
      <p:sp>
        <p:nvSpPr>
          <p:cNvPr id="6" name="Footer Placeholder 5">
            <a:extLst>
              <a:ext uri="{FF2B5EF4-FFF2-40B4-BE49-F238E27FC236}">
                <a16:creationId xmlns:a16="http://schemas.microsoft.com/office/drawing/2014/main" id="{7BBB7058-13AB-BB39-7E36-9D02E4495C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C102F9-5D9F-6320-795E-9D8697E6DE1B}"/>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1837425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D44F0-3000-831E-949E-A4B2E8C1D9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2DD724-8B8A-F772-29E7-589FBDD0D1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9CC6FB-591E-43BA-7695-1CFD2CE9F6B5}"/>
              </a:ext>
            </a:extLst>
          </p:cNvPr>
          <p:cNvSpPr>
            <a:spLocks noGrp="1"/>
          </p:cNvSpPr>
          <p:nvPr>
            <p:ph type="dt" sz="half" idx="10"/>
          </p:nvPr>
        </p:nvSpPr>
        <p:spPr/>
        <p:txBody>
          <a:bodyPr/>
          <a:lstStyle/>
          <a:p>
            <a:fld id="{1EF0C366-C68A-45E7-9CF0-1CC3C5B2DFF0}" type="datetimeFigureOut">
              <a:rPr lang="en-IN" smtClean="0"/>
              <a:t>29-07-2026</a:t>
            </a:fld>
            <a:endParaRPr lang="en-IN"/>
          </a:p>
        </p:txBody>
      </p:sp>
      <p:sp>
        <p:nvSpPr>
          <p:cNvPr id="5" name="Footer Placeholder 4">
            <a:extLst>
              <a:ext uri="{FF2B5EF4-FFF2-40B4-BE49-F238E27FC236}">
                <a16:creationId xmlns:a16="http://schemas.microsoft.com/office/drawing/2014/main" id="{2F0FEF8D-4B3E-5B04-54CB-AC70242E9B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976F6F-29B7-A2BD-34B5-307A677DC6DB}"/>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494324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3C1302-95BA-4CA2-C421-1819BBD781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6DA815-341F-1904-C6D7-47E7120EAA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9ABADC-4707-87CE-2022-B2244D7251B6}"/>
              </a:ext>
            </a:extLst>
          </p:cNvPr>
          <p:cNvSpPr>
            <a:spLocks noGrp="1"/>
          </p:cNvSpPr>
          <p:nvPr>
            <p:ph type="dt" sz="half" idx="10"/>
          </p:nvPr>
        </p:nvSpPr>
        <p:spPr/>
        <p:txBody>
          <a:bodyPr/>
          <a:lstStyle/>
          <a:p>
            <a:fld id="{1EF0C366-C68A-45E7-9CF0-1CC3C5B2DFF0}" type="datetimeFigureOut">
              <a:rPr lang="en-IN" smtClean="0"/>
              <a:t>29-07-2026</a:t>
            </a:fld>
            <a:endParaRPr lang="en-IN"/>
          </a:p>
        </p:txBody>
      </p:sp>
      <p:sp>
        <p:nvSpPr>
          <p:cNvPr id="5" name="Footer Placeholder 4">
            <a:extLst>
              <a:ext uri="{FF2B5EF4-FFF2-40B4-BE49-F238E27FC236}">
                <a16:creationId xmlns:a16="http://schemas.microsoft.com/office/drawing/2014/main" id="{E3C97190-9B48-BE36-D694-B5735F1AB4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DCCC40-A0E2-3775-CD10-7AFE296BD534}"/>
              </a:ext>
            </a:extLst>
          </p:cNvPr>
          <p:cNvSpPr>
            <a:spLocks noGrp="1"/>
          </p:cNvSpPr>
          <p:nvPr>
            <p:ph type="sldNum" sz="quarter" idx="12"/>
          </p:nvPr>
        </p:nvSpPr>
        <p:spPr/>
        <p:txBody>
          <a:bodyPr/>
          <a:lstStyle/>
          <a:p>
            <a:fld id="{EA646468-40D1-46B2-9262-DE5F898DAD38}" type="slidenum">
              <a:rPr lang="en-IN" smtClean="0"/>
              <a:t>‹#›</a:t>
            </a:fld>
            <a:endParaRPr lang="en-IN"/>
          </a:p>
        </p:txBody>
      </p:sp>
    </p:spTree>
    <p:extLst>
      <p:ext uri="{BB962C8B-B14F-4D97-AF65-F5344CB8AC3E}">
        <p14:creationId xmlns:p14="http://schemas.microsoft.com/office/powerpoint/2010/main" val="757662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457464-656D-0CB3-0B5B-17FFBB4F98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9A510B-150A-A921-88B3-6B5D55A861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C36AD0-7532-DEC5-1574-4708126D7E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F0C366-C68A-45E7-9CF0-1CC3C5B2DFF0}" type="datetimeFigureOut">
              <a:rPr lang="en-IN" smtClean="0"/>
              <a:t>29-07-2026</a:t>
            </a:fld>
            <a:endParaRPr lang="en-IN"/>
          </a:p>
        </p:txBody>
      </p:sp>
      <p:sp>
        <p:nvSpPr>
          <p:cNvPr id="5" name="Footer Placeholder 4">
            <a:extLst>
              <a:ext uri="{FF2B5EF4-FFF2-40B4-BE49-F238E27FC236}">
                <a16:creationId xmlns:a16="http://schemas.microsoft.com/office/drawing/2014/main" id="{8F802DFA-D292-561D-D90E-27FFE6374B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FA5627E-8B99-DE2D-B0FC-FAFF65596D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646468-40D1-46B2-9262-DE5F898DAD38}" type="slidenum">
              <a:rPr lang="en-IN" smtClean="0"/>
              <a:t>‹#›</a:t>
            </a:fld>
            <a:endParaRPr lang="en-IN"/>
          </a:p>
        </p:txBody>
      </p:sp>
    </p:spTree>
    <p:extLst>
      <p:ext uri="{BB962C8B-B14F-4D97-AF65-F5344CB8AC3E}">
        <p14:creationId xmlns:p14="http://schemas.microsoft.com/office/powerpoint/2010/main" val="2523210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1">
            <a:extLst>
              <a:ext uri="{FF2B5EF4-FFF2-40B4-BE49-F238E27FC236}">
                <a16:creationId xmlns:a16="http://schemas.microsoft.com/office/drawing/2014/main" id="{B348B0E5-67AA-69B3-22A5-CCF2DBFDF21E}"/>
              </a:ext>
            </a:extLst>
          </p:cNvPr>
          <p:cNvPicPr>
            <a:picLocks/>
          </p:cNvPicPr>
          <p:nvPr/>
        </p:nvPicPr>
        <p:blipFill>
          <a:blip r:embed="rId2" cstate="print"/>
          <a:stretch>
            <a:fillRect/>
          </a:stretch>
        </p:blipFill>
        <p:spPr>
          <a:xfrm>
            <a:off x="255423" y="93408"/>
            <a:ext cx="1104265" cy="1343660"/>
          </a:xfrm>
          <a:prstGeom prst="rect">
            <a:avLst/>
          </a:prstGeom>
        </p:spPr>
      </p:pic>
      <p:sp>
        <p:nvSpPr>
          <p:cNvPr id="7" name="TextBox 6">
            <a:extLst>
              <a:ext uri="{FF2B5EF4-FFF2-40B4-BE49-F238E27FC236}">
                <a16:creationId xmlns:a16="http://schemas.microsoft.com/office/drawing/2014/main" id="{7C50127A-C2CE-771F-E8BA-0FE19E241B3B}"/>
              </a:ext>
            </a:extLst>
          </p:cNvPr>
          <p:cNvSpPr txBox="1"/>
          <p:nvPr/>
        </p:nvSpPr>
        <p:spPr>
          <a:xfrm>
            <a:off x="2617076" y="409902"/>
            <a:ext cx="7304689" cy="523220"/>
          </a:xfrm>
          <a:prstGeom prst="rect">
            <a:avLst/>
          </a:prstGeom>
          <a:noFill/>
        </p:spPr>
        <p:txBody>
          <a:bodyPr wrap="square">
            <a:spAutoFit/>
          </a:bodyPr>
          <a:lstStyle/>
          <a:p>
            <a:pPr marL="4445" marR="182245" algn="ctr">
              <a:spcBef>
                <a:spcPts val="2450"/>
              </a:spcBef>
            </a:pPr>
            <a:endParaRPr lang="en-US" sz="2800" b="1" kern="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Image 2">
            <a:extLst>
              <a:ext uri="{FF2B5EF4-FFF2-40B4-BE49-F238E27FC236}">
                <a16:creationId xmlns:a16="http://schemas.microsoft.com/office/drawing/2014/main" id="{00A5CED5-8988-2A84-72D4-BE30E2946C1D}"/>
              </a:ext>
            </a:extLst>
          </p:cNvPr>
          <p:cNvPicPr>
            <a:picLocks/>
          </p:cNvPicPr>
          <p:nvPr/>
        </p:nvPicPr>
        <p:blipFill>
          <a:blip r:embed="rId3" cstate="print"/>
          <a:stretch>
            <a:fillRect/>
          </a:stretch>
        </p:blipFill>
        <p:spPr>
          <a:xfrm>
            <a:off x="10480484" y="93408"/>
            <a:ext cx="1527175" cy="1349375"/>
          </a:xfrm>
          <a:prstGeom prst="rect">
            <a:avLst/>
          </a:prstGeom>
        </p:spPr>
      </p:pic>
      <p:sp>
        <p:nvSpPr>
          <p:cNvPr id="9" name="TextBox 8">
            <a:extLst>
              <a:ext uri="{FF2B5EF4-FFF2-40B4-BE49-F238E27FC236}">
                <a16:creationId xmlns:a16="http://schemas.microsoft.com/office/drawing/2014/main" id="{F3256025-08D6-6C7D-DC9C-5601060E6115}"/>
              </a:ext>
            </a:extLst>
          </p:cNvPr>
          <p:cNvSpPr txBox="1"/>
          <p:nvPr/>
        </p:nvSpPr>
        <p:spPr>
          <a:xfrm>
            <a:off x="433137" y="211757"/>
            <a:ext cx="10674299" cy="6863417"/>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 </a:t>
            </a:r>
          </a:p>
          <a:p>
            <a:pPr algn="ctr"/>
            <a:endParaRPr lang="en-US" sz="2800" b="1" dirty="0">
              <a:latin typeface="Times New Roman" panose="02020603050405020304" pitchFamily="18" charset="0"/>
              <a:cs typeface="Times New Roman" panose="02020603050405020304" pitchFamily="18" charset="0"/>
            </a:endParaRPr>
          </a:p>
          <a:p>
            <a:pPr algn="ctr"/>
            <a:r>
              <a:rPr lang="en-US" sz="2800" b="1" dirty="0">
                <a:latin typeface="Times New Roman" panose="02020603050405020304" pitchFamily="18" charset="0"/>
                <a:cs typeface="Times New Roman" panose="02020603050405020304" pitchFamily="18" charset="0"/>
              </a:rPr>
              <a:t> AI-Based Smart Road Pothole Detection</a:t>
            </a:r>
          </a:p>
          <a:p>
            <a:pPr algn="ctr"/>
            <a:r>
              <a:rPr lang="en-US" sz="2800" b="1" dirty="0">
                <a:latin typeface="Times New Roman" panose="02020603050405020304" pitchFamily="18" charset="0"/>
                <a:cs typeface="Times New Roman" panose="02020603050405020304" pitchFamily="18" charset="0"/>
              </a:rPr>
              <a:t> Using Computer Vision</a:t>
            </a:r>
          </a:p>
          <a:p>
            <a:pPr algn="ctr"/>
            <a:endParaRPr lang="en-US" sz="2800" b="1" dirty="0">
              <a:latin typeface="Times New Roman" panose="02020603050405020304" pitchFamily="18" charset="0"/>
              <a:cs typeface="Times New Roman" panose="02020603050405020304" pitchFamily="18" charset="0"/>
            </a:endParaRPr>
          </a:p>
          <a:p>
            <a:pPr algn="ctr"/>
            <a:r>
              <a:rPr lang="en-US" sz="2800" b="1" dirty="0">
                <a:latin typeface="Times New Roman" panose="02020603050405020304" pitchFamily="18" charset="0"/>
                <a:cs typeface="Times New Roman" panose="02020603050405020304" pitchFamily="18" charset="0"/>
              </a:rPr>
              <a:t>ITA0512-COMPUTER VISION</a:t>
            </a:r>
          </a:p>
          <a:p>
            <a:pPr algn="ctr"/>
            <a:endParaRPr lang="en-US" sz="28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Presented by:</a:t>
            </a:r>
          </a:p>
          <a:p>
            <a:pPr algn="ctr"/>
            <a:r>
              <a:rPr lang="en-US" sz="2400" b="1" dirty="0">
                <a:latin typeface="Times New Roman" panose="02020603050405020304" pitchFamily="18" charset="0"/>
                <a:cs typeface="Times New Roman" panose="02020603050405020304" pitchFamily="18" charset="0"/>
              </a:rPr>
              <a:t>A JOSHITHA  [192421291]</a:t>
            </a:r>
          </a:p>
          <a:p>
            <a:pPr algn="ctr"/>
            <a:r>
              <a:rPr lang="en-US" sz="2400" b="1" dirty="0">
                <a:latin typeface="Times New Roman" panose="02020603050405020304" pitchFamily="18" charset="0"/>
                <a:cs typeface="Times New Roman" panose="02020603050405020304" pitchFamily="18" charset="0"/>
              </a:rPr>
              <a:t> </a:t>
            </a:r>
          </a:p>
          <a:p>
            <a:pPr algn="ctr"/>
            <a:r>
              <a:rPr lang="en-US" sz="2400" b="1" dirty="0">
                <a:latin typeface="Times New Roman" panose="02020603050405020304" pitchFamily="18" charset="0"/>
                <a:cs typeface="Times New Roman" panose="02020603050405020304" pitchFamily="18" charset="0"/>
              </a:rPr>
              <a:t>GUIDED BY:</a:t>
            </a:r>
          </a:p>
          <a:p>
            <a:pPr algn="ctr"/>
            <a:r>
              <a:rPr lang="en-IN" sz="2400" b="1" dirty="0">
                <a:latin typeface="Times New Roman" panose="02020603050405020304" pitchFamily="18" charset="0"/>
                <a:cs typeface="Times New Roman" panose="02020603050405020304" pitchFamily="18" charset="0"/>
              </a:rPr>
              <a:t>Dr. S Christy </a:t>
            </a:r>
            <a:r>
              <a:rPr lang="en-IN" sz="2400" b="1" dirty="0" err="1">
                <a:latin typeface="Times New Roman" panose="02020603050405020304" pitchFamily="18" charset="0"/>
                <a:cs typeface="Times New Roman" panose="02020603050405020304" pitchFamily="18" charset="0"/>
              </a:rPr>
              <a:t>Melwyn</a:t>
            </a:r>
            <a:r>
              <a:rPr lang="en-IN" sz="2400" b="1" dirty="0">
                <a:latin typeface="Times New Roman" panose="02020603050405020304" pitchFamily="18" charset="0"/>
                <a:cs typeface="Times New Roman" panose="02020603050405020304" pitchFamily="18" charset="0"/>
              </a:rPr>
              <a:t> </a:t>
            </a:r>
          </a:p>
          <a:p>
            <a:pPr algn="ctr"/>
            <a:r>
              <a:rPr lang="en-IN" sz="2400" b="1" dirty="0">
                <a:latin typeface="Times New Roman" panose="02020603050405020304" pitchFamily="18" charset="0"/>
                <a:cs typeface="Times New Roman" panose="02020603050405020304" pitchFamily="18" charset="0"/>
              </a:rPr>
              <a:t> </a:t>
            </a:r>
          </a:p>
          <a:p>
            <a:pPr algn="ctr"/>
            <a:endParaRPr lang="en-IN" sz="2400" b="1" dirty="0">
              <a:latin typeface="Times New Roman" panose="02020603050405020304" pitchFamily="18" charset="0"/>
              <a:cs typeface="Times New Roman" panose="02020603050405020304" pitchFamily="18" charset="0"/>
            </a:endParaRPr>
          </a:p>
          <a:p>
            <a:pPr algn="ctr"/>
            <a:r>
              <a:rPr lang="en-IN" sz="2400" b="1" dirty="0">
                <a:latin typeface="Times New Roman" panose="02020603050405020304" pitchFamily="18" charset="0"/>
                <a:cs typeface="Times New Roman" panose="02020603050405020304" pitchFamily="18" charset="0"/>
              </a:rPr>
              <a:t> </a:t>
            </a:r>
          </a:p>
          <a:p>
            <a:pPr algn="ctr"/>
            <a:endParaRPr lang="en-IN" sz="2400" b="1"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3249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D01A6417-83F9-C63E-C16B-902965AD939E}"/>
              </a:ext>
            </a:extLst>
          </p:cNvPr>
          <p:cNvPicPr>
            <a:picLocks/>
          </p:cNvPicPr>
          <p:nvPr/>
        </p:nvPicPr>
        <p:blipFill>
          <a:blip r:embed="rId3" cstate="print"/>
          <a:stretch>
            <a:fillRect/>
          </a:stretch>
        </p:blipFill>
        <p:spPr>
          <a:xfrm>
            <a:off x="0" y="0"/>
            <a:ext cx="858996" cy="997120"/>
          </a:xfrm>
          <a:prstGeom prst="rect">
            <a:avLst/>
          </a:prstGeom>
        </p:spPr>
      </p:pic>
      <p:pic>
        <p:nvPicPr>
          <p:cNvPr id="3" name="Image 2">
            <a:extLst>
              <a:ext uri="{FF2B5EF4-FFF2-40B4-BE49-F238E27FC236}">
                <a16:creationId xmlns:a16="http://schemas.microsoft.com/office/drawing/2014/main" id="{2BDE9A32-ACAC-813F-569C-9F687D1C718E}"/>
              </a:ext>
            </a:extLst>
          </p:cNvPr>
          <p:cNvPicPr>
            <a:picLocks/>
          </p:cNvPicPr>
          <p:nvPr/>
        </p:nvPicPr>
        <p:blipFill>
          <a:blip r:embed="rId4" cstate="print"/>
          <a:stretch>
            <a:fillRect/>
          </a:stretch>
        </p:blipFill>
        <p:spPr>
          <a:xfrm>
            <a:off x="10480484" y="93408"/>
            <a:ext cx="1527175" cy="1349375"/>
          </a:xfrm>
          <a:prstGeom prst="rect">
            <a:avLst/>
          </a:prstGeom>
        </p:spPr>
      </p:pic>
      <p:sp>
        <p:nvSpPr>
          <p:cNvPr id="11" name="TextBox 10">
            <a:extLst>
              <a:ext uri="{FF2B5EF4-FFF2-40B4-BE49-F238E27FC236}">
                <a16:creationId xmlns:a16="http://schemas.microsoft.com/office/drawing/2014/main" id="{6789701F-5540-BBDA-FD28-6C2280EA7494}"/>
              </a:ext>
            </a:extLst>
          </p:cNvPr>
          <p:cNvSpPr txBox="1"/>
          <p:nvPr/>
        </p:nvSpPr>
        <p:spPr>
          <a:xfrm>
            <a:off x="2352907" y="521272"/>
            <a:ext cx="6532775" cy="646331"/>
          </a:xfrm>
          <a:prstGeom prst="rect">
            <a:avLst/>
          </a:prstGeom>
          <a:noFill/>
        </p:spPr>
        <p:txBody>
          <a:bodyPr wrap="square">
            <a:spAutoFit/>
          </a:bodyPr>
          <a:lstStyle/>
          <a:p>
            <a:pPr marL="635" marR="182245" algn="ctr">
              <a:spcBef>
                <a:spcPts val="2450"/>
              </a:spcBef>
            </a:pPr>
            <a:r>
              <a:rPr lang="en-US" sz="3600" b="1" kern="0" spc="-10" dirty="0">
                <a:effectLst/>
                <a:latin typeface="Times New Roman" panose="02020603050405020304" pitchFamily="18" charset="0"/>
                <a:ea typeface="Calibri" panose="020F0502020204030204" pitchFamily="34" charset="0"/>
                <a:cs typeface="Times New Roman" panose="02020603050405020304" pitchFamily="18" charset="0"/>
              </a:rPr>
              <a:t>I</a:t>
            </a:r>
            <a:r>
              <a:rPr lang="en-US" sz="3600" b="1" kern="0" spc="-10" dirty="0">
                <a:latin typeface="Times New Roman" panose="02020603050405020304" pitchFamily="18" charset="0"/>
                <a:ea typeface="Calibri" panose="020F0502020204030204" pitchFamily="34" charset="0"/>
                <a:cs typeface="Times New Roman" panose="02020603050405020304" pitchFamily="18" charset="0"/>
              </a:rPr>
              <a:t>NTRODUCTION</a:t>
            </a:r>
            <a:endParaRPr lang="en-IN" sz="3600" b="1" kern="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1BED429C-63A3-D050-325F-F63FF365B067}"/>
              </a:ext>
            </a:extLst>
          </p:cNvPr>
          <p:cNvSpPr>
            <a:spLocks noChangeArrowheads="1"/>
          </p:cNvSpPr>
          <p:nvPr/>
        </p:nvSpPr>
        <p:spPr bwMode="auto">
          <a:xfrm rot="10800000" flipV="1">
            <a:off x="184340" y="1621422"/>
            <a:ext cx="7750968"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v"/>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project uses </a:t>
            </a:r>
            <a:r>
              <a:rPr lang="en-US" sz="2000" b="1" dirty="0">
                <a:latin typeface="Times New Roman" panose="02020603050405020304" pitchFamily="18" charset="0"/>
                <a:cs typeface="Times New Roman" panose="02020603050405020304" pitchFamily="18" charset="0"/>
              </a:rPr>
              <a:t>Artificial Intelligence (AI)</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Computer Vision</a:t>
            </a:r>
            <a:r>
              <a:rPr lang="en-US" sz="2000" dirty="0">
                <a:latin typeface="Times New Roman" panose="02020603050405020304" pitchFamily="18" charset="0"/>
                <a:cs typeface="Times New Roman" panose="02020603050405020304" pitchFamily="18" charset="0"/>
              </a:rPr>
              <a:t> to automatically detect road potholes.</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Road images are captured using cameras mounted on vehicles or surveillance systems.</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captured images are preprocessed to improve image quality and remove noise.</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Deep learning models such as </a:t>
            </a:r>
            <a:r>
              <a:rPr lang="en-US" sz="2000" b="1" dirty="0">
                <a:latin typeface="Times New Roman" panose="02020603050405020304" pitchFamily="18" charset="0"/>
                <a:cs typeface="Times New Roman" panose="02020603050405020304" pitchFamily="18" charset="0"/>
              </a:rPr>
              <a:t>CNN</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YOLO</a:t>
            </a:r>
            <a:r>
              <a:rPr lang="en-US" sz="2000" dirty="0">
                <a:latin typeface="Times New Roman" panose="02020603050405020304" pitchFamily="18" charset="0"/>
                <a:cs typeface="Times New Roman" panose="02020603050405020304" pitchFamily="18" charset="0"/>
              </a:rPr>
              <a:t> analyze the images to identify potholes accurately.</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The detected potholes are highlighted with their location for quick maintenance.</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The system enables </a:t>
            </a:r>
            <a:r>
              <a:rPr lang="en-US" sz="2000" b="1" dirty="0">
                <a:latin typeface="Times New Roman" panose="02020603050405020304" pitchFamily="18" charset="0"/>
                <a:cs typeface="Times New Roman" panose="02020603050405020304" pitchFamily="18" charset="0"/>
              </a:rPr>
              <a:t>real-time road monitoring</a:t>
            </a:r>
            <a:r>
              <a:rPr lang="en-US" sz="2000" dirty="0">
                <a:latin typeface="Times New Roman" panose="02020603050405020304" pitchFamily="18" charset="0"/>
                <a:cs typeface="Times New Roman" panose="02020603050405020304" pitchFamily="18" charset="0"/>
              </a:rPr>
              <a:t>, reduces manual inspection, and improves road safety.</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AI-based detection helps authorities perform timely repairs, reducing accidents and vehicle damage.</a:t>
            </a:r>
          </a:p>
          <a:p>
            <a:pPr marL="342900" indent="-342900">
              <a:buFont typeface="Wingdings" panose="05000000000000000000" pitchFamily="2" charset="2"/>
              <a:buChar char="v"/>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26" name="Picture 2" descr="AI-Based Road Management System Tackles Potholes in South Africa | RoadVision AI">
            <a:extLst>
              <a:ext uri="{FF2B5EF4-FFF2-40B4-BE49-F238E27FC236}">
                <a16:creationId xmlns:a16="http://schemas.microsoft.com/office/drawing/2014/main" id="{606E7343-B52D-CBE5-DDC7-43DB185207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5308" y="1621422"/>
            <a:ext cx="3708443" cy="24699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w AI is Transforming Pavement Surveys and Pothole Detection in Saudi Arabia | RoadVision AI">
            <a:extLst>
              <a:ext uri="{FF2B5EF4-FFF2-40B4-BE49-F238E27FC236}">
                <a16:creationId xmlns:a16="http://schemas.microsoft.com/office/drawing/2014/main" id="{6DB7F06E-55CF-2B53-496A-52FD19838F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5308" y="4143322"/>
            <a:ext cx="3795775" cy="2528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4279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3A2CC-8835-52FE-96CD-69D66CA9A48E}"/>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9BEF4A03-26AE-E191-CD3B-50D0D3B007EA}"/>
              </a:ext>
            </a:extLst>
          </p:cNvPr>
          <p:cNvPicPr>
            <a:picLocks/>
          </p:cNvPicPr>
          <p:nvPr/>
        </p:nvPicPr>
        <p:blipFill>
          <a:blip r:embed="rId3" cstate="print"/>
          <a:stretch>
            <a:fillRect/>
          </a:stretch>
        </p:blipFill>
        <p:spPr>
          <a:xfrm>
            <a:off x="0" y="-25499"/>
            <a:ext cx="847493" cy="1040260"/>
          </a:xfrm>
          <a:prstGeom prst="rect">
            <a:avLst/>
          </a:prstGeom>
        </p:spPr>
      </p:pic>
      <p:pic>
        <p:nvPicPr>
          <p:cNvPr id="3" name="Image 2">
            <a:extLst>
              <a:ext uri="{FF2B5EF4-FFF2-40B4-BE49-F238E27FC236}">
                <a16:creationId xmlns:a16="http://schemas.microsoft.com/office/drawing/2014/main" id="{978B4728-617D-1D06-51EF-B5FE48E29731}"/>
              </a:ext>
            </a:extLst>
          </p:cNvPr>
          <p:cNvPicPr>
            <a:picLocks/>
          </p:cNvPicPr>
          <p:nvPr/>
        </p:nvPicPr>
        <p:blipFill>
          <a:blip r:embed="rId4" cstate="print"/>
          <a:stretch>
            <a:fillRect/>
          </a:stretch>
        </p:blipFill>
        <p:spPr>
          <a:xfrm>
            <a:off x="10480484" y="93408"/>
            <a:ext cx="1527175" cy="1349375"/>
          </a:xfrm>
          <a:prstGeom prst="rect">
            <a:avLst/>
          </a:prstGeom>
        </p:spPr>
      </p:pic>
      <p:sp>
        <p:nvSpPr>
          <p:cNvPr id="5" name="TextBox 4">
            <a:extLst>
              <a:ext uri="{FF2B5EF4-FFF2-40B4-BE49-F238E27FC236}">
                <a16:creationId xmlns:a16="http://schemas.microsoft.com/office/drawing/2014/main" id="{7698D54E-2A4D-6291-9126-CDCCF7D7EEF5}"/>
              </a:ext>
            </a:extLst>
          </p:cNvPr>
          <p:cNvSpPr txBox="1"/>
          <p:nvPr/>
        </p:nvSpPr>
        <p:spPr>
          <a:xfrm>
            <a:off x="2207941" y="0"/>
            <a:ext cx="7658603" cy="646331"/>
          </a:xfrm>
          <a:prstGeom prst="rect">
            <a:avLst/>
          </a:prstGeom>
          <a:noFill/>
        </p:spPr>
        <p:txBody>
          <a:bodyPr wrap="square">
            <a:spAutoFit/>
          </a:bodyPr>
          <a:lstStyle/>
          <a:p>
            <a:pPr marL="2540" marR="182245" algn="ctr">
              <a:spcBef>
                <a:spcPts val="2450"/>
              </a:spcBef>
            </a:pPr>
            <a:r>
              <a:rPr lang="en-US" sz="3600" b="1" kern="0" spc="-10" dirty="0">
                <a:effectLst/>
                <a:latin typeface="Times New Roman" panose="02020603050405020304" pitchFamily="18" charset="0"/>
                <a:ea typeface="Calibri" panose="020F0502020204030204" pitchFamily="34" charset="0"/>
                <a:cs typeface="Times New Roman" panose="02020603050405020304" pitchFamily="18" charset="0"/>
              </a:rPr>
              <a:t> NEED FOR PROSPOSED SYSTEM</a:t>
            </a:r>
            <a:endParaRPr lang="en-IN" sz="3600" b="1" kern="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0E41EC61-80E4-0436-1A99-291E36722691}"/>
              </a:ext>
            </a:extLst>
          </p:cNvPr>
          <p:cNvSpPr>
            <a:spLocks noChangeArrowheads="1"/>
          </p:cNvSpPr>
          <p:nvPr/>
        </p:nvSpPr>
        <p:spPr bwMode="auto">
          <a:xfrm>
            <a:off x="546410" y="892253"/>
            <a:ext cx="10571357"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b="1" dirty="0">
                <a:latin typeface="Times New Roman" panose="02020603050405020304" pitchFamily="18" charset="0"/>
                <a:cs typeface="Times New Roman" panose="02020603050405020304" pitchFamily="18" charset="0"/>
              </a:rPr>
              <a:t>      Problem Statement:</a:t>
            </a:r>
          </a:p>
          <a:p>
            <a:r>
              <a:rPr lang="en-US" sz="2000" dirty="0">
                <a:latin typeface="Times New Roman" panose="02020603050405020304" pitchFamily="18" charset="0"/>
                <a:cs typeface="Times New Roman" panose="02020603050405020304" pitchFamily="18" charset="0"/>
              </a:rPr>
              <a:t>             Many roads develop potholes that remain undetected for long periods. Delayed identification leads to accidents, vehicle damage, traffic congestion, and increased maintenance costs.</a:t>
            </a:r>
          </a:p>
          <a:p>
            <a:r>
              <a:rPr lang="en-US" sz="2800" b="1" dirty="0">
                <a:latin typeface="Times New Roman" panose="02020603050405020304" pitchFamily="18" charset="0"/>
                <a:cs typeface="Times New Roman" panose="02020603050405020304" pitchFamily="18" charset="0"/>
              </a:rPr>
              <a:t>Current inspection methods:</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Depend on manual surveys</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Require more manpower</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Consume more time</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Cannot continuously monitor roads</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Often miss small road damages</a:t>
            </a:r>
          </a:p>
          <a:p>
            <a:r>
              <a:rPr lang="en-US" sz="2800" b="1" dirty="0">
                <a:latin typeface="Times New Roman" panose="02020603050405020304" pitchFamily="18" charset="0"/>
                <a:cs typeface="Times New Roman" panose="02020603050405020304" pitchFamily="18" charset="0"/>
              </a:rPr>
              <a:t>Objectives:</a:t>
            </a:r>
          </a:p>
          <a:p>
            <a:r>
              <a:rPr lang="en-US" sz="20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To develop an AI-based smart road pothole detection system using Computer Vision that accurately identifies potholes from road images or videos, enabling faster road maintenance and improving public safety.</a:t>
            </a:r>
            <a:endParaRPr 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050" name="Picture 2" descr="The one province in South Africa with roads so bad they’re a human rights violation – BusinessTech">
            <a:extLst>
              <a:ext uri="{FF2B5EF4-FFF2-40B4-BE49-F238E27FC236}">
                <a16:creationId xmlns:a16="http://schemas.microsoft.com/office/drawing/2014/main" id="{4D2F6ADA-1802-EF88-D461-BC4DC28FD5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7776" y="2102005"/>
            <a:ext cx="5467814" cy="2265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361131"/>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4CC726B-E9A2-18EB-277F-D5D7A5B8D206}"/>
              </a:ext>
            </a:extLst>
          </p:cNvPr>
          <p:cNvPicPr>
            <a:picLocks/>
          </p:cNvPicPr>
          <p:nvPr/>
        </p:nvPicPr>
        <p:blipFill>
          <a:blip r:embed="rId2" cstate="print"/>
          <a:stretch>
            <a:fillRect/>
          </a:stretch>
        </p:blipFill>
        <p:spPr>
          <a:xfrm>
            <a:off x="0" y="-25499"/>
            <a:ext cx="847493" cy="1040260"/>
          </a:xfrm>
          <a:prstGeom prst="rect">
            <a:avLst/>
          </a:prstGeom>
        </p:spPr>
      </p:pic>
      <p:pic>
        <p:nvPicPr>
          <p:cNvPr id="3" name="Image 2">
            <a:extLst>
              <a:ext uri="{FF2B5EF4-FFF2-40B4-BE49-F238E27FC236}">
                <a16:creationId xmlns:a16="http://schemas.microsoft.com/office/drawing/2014/main" id="{585B21F5-3931-A3CD-5B24-D19BAB6BBD2B}"/>
              </a:ext>
            </a:extLst>
          </p:cNvPr>
          <p:cNvPicPr>
            <a:picLocks/>
          </p:cNvPicPr>
          <p:nvPr/>
        </p:nvPicPr>
        <p:blipFill>
          <a:blip r:embed="rId3" cstate="print"/>
          <a:stretch>
            <a:fillRect/>
          </a:stretch>
        </p:blipFill>
        <p:spPr>
          <a:xfrm>
            <a:off x="10480484" y="93408"/>
            <a:ext cx="1527175" cy="1349375"/>
          </a:xfrm>
          <a:prstGeom prst="rect">
            <a:avLst/>
          </a:prstGeom>
        </p:spPr>
      </p:pic>
      <p:pic>
        <p:nvPicPr>
          <p:cNvPr id="5" name="Picture 4">
            <a:extLst>
              <a:ext uri="{FF2B5EF4-FFF2-40B4-BE49-F238E27FC236}">
                <a16:creationId xmlns:a16="http://schemas.microsoft.com/office/drawing/2014/main" id="{BBDE7BAA-3217-107D-3303-3BD09E7743DF}"/>
              </a:ext>
            </a:extLst>
          </p:cNvPr>
          <p:cNvPicPr>
            <a:picLocks noChangeAspect="1"/>
          </p:cNvPicPr>
          <p:nvPr/>
        </p:nvPicPr>
        <p:blipFill>
          <a:blip r:embed="rId4"/>
          <a:stretch>
            <a:fillRect/>
          </a:stretch>
        </p:blipFill>
        <p:spPr>
          <a:xfrm>
            <a:off x="981308" y="175223"/>
            <a:ext cx="9288966" cy="6289288"/>
          </a:xfrm>
          <a:prstGeom prst="rect">
            <a:avLst/>
          </a:prstGeom>
        </p:spPr>
      </p:pic>
    </p:spTree>
    <p:extLst>
      <p:ext uri="{BB962C8B-B14F-4D97-AF65-F5344CB8AC3E}">
        <p14:creationId xmlns:p14="http://schemas.microsoft.com/office/powerpoint/2010/main" val="1319006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a:extLst>
              <a:ext uri="{FF2B5EF4-FFF2-40B4-BE49-F238E27FC236}">
                <a16:creationId xmlns:a16="http://schemas.microsoft.com/office/drawing/2014/main" id="{DCDA4C4D-63B6-4E34-E75D-75D2BD04874A}"/>
              </a:ext>
            </a:extLst>
          </p:cNvPr>
          <p:cNvPicPr>
            <a:picLocks/>
          </p:cNvPicPr>
          <p:nvPr/>
        </p:nvPicPr>
        <p:blipFill>
          <a:blip r:embed="rId2" cstate="print"/>
          <a:stretch>
            <a:fillRect/>
          </a:stretch>
        </p:blipFill>
        <p:spPr>
          <a:xfrm>
            <a:off x="10480484" y="93408"/>
            <a:ext cx="1527175" cy="1349375"/>
          </a:xfrm>
          <a:prstGeom prst="rect">
            <a:avLst/>
          </a:prstGeom>
        </p:spPr>
      </p:pic>
      <p:pic>
        <p:nvPicPr>
          <p:cNvPr id="3" name="Image 1">
            <a:extLst>
              <a:ext uri="{FF2B5EF4-FFF2-40B4-BE49-F238E27FC236}">
                <a16:creationId xmlns:a16="http://schemas.microsoft.com/office/drawing/2014/main" id="{E1BBF285-E285-7A47-38B2-2AFE16F26BB7}"/>
              </a:ext>
            </a:extLst>
          </p:cNvPr>
          <p:cNvPicPr>
            <a:picLocks/>
          </p:cNvPicPr>
          <p:nvPr/>
        </p:nvPicPr>
        <p:blipFill>
          <a:blip r:embed="rId3" cstate="print"/>
          <a:stretch>
            <a:fillRect/>
          </a:stretch>
        </p:blipFill>
        <p:spPr>
          <a:xfrm>
            <a:off x="0" y="-25499"/>
            <a:ext cx="847493" cy="1040260"/>
          </a:xfrm>
          <a:prstGeom prst="rect">
            <a:avLst/>
          </a:prstGeom>
        </p:spPr>
      </p:pic>
      <p:sp>
        <p:nvSpPr>
          <p:cNvPr id="4" name="TextBox 3">
            <a:extLst>
              <a:ext uri="{FF2B5EF4-FFF2-40B4-BE49-F238E27FC236}">
                <a16:creationId xmlns:a16="http://schemas.microsoft.com/office/drawing/2014/main" id="{E6E7FFA9-CF46-60D2-6291-A0029DABED7C}"/>
              </a:ext>
            </a:extLst>
          </p:cNvPr>
          <p:cNvSpPr txBox="1"/>
          <p:nvPr/>
        </p:nvSpPr>
        <p:spPr>
          <a:xfrm>
            <a:off x="2877015" y="289932"/>
            <a:ext cx="5653668" cy="1323439"/>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Results &amp; Advantages</a:t>
            </a:r>
          </a:p>
          <a:p>
            <a:endParaRPr lang="en-IN" sz="4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F7C94AA-0F3F-E7E7-7538-C6DCAAC5A84C}"/>
              </a:ext>
            </a:extLst>
          </p:cNvPr>
          <p:cNvSpPr txBox="1"/>
          <p:nvPr/>
        </p:nvSpPr>
        <p:spPr>
          <a:xfrm>
            <a:off x="184341" y="1282390"/>
            <a:ext cx="10186293" cy="581697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Expected Results</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developed system is capable of automatically detecting potholes with high accuracy from road images.</a:t>
            </a:r>
          </a:p>
          <a:p>
            <a:r>
              <a:rPr lang="en-US" sz="2800" b="1" dirty="0">
                <a:latin typeface="Times New Roman" panose="02020603050405020304" pitchFamily="18" charset="0"/>
                <a:cs typeface="Times New Roman" panose="02020603050405020304" pitchFamily="18" charset="0"/>
              </a:rPr>
              <a:t>Results</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Fast pothole detection</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Accurate localization</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Real-time monitoring</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Reduced inspection time</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Automatic reporting</a:t>
            </a:r>
          </a:p>
          <a:p>
            <a:r>
              <a:rPr lang="en-US" sz="2800" b="1" dirty="0">
                <a:latin typeface="Times New Roman" panose="02020603050405020304" pitchFamily="18" charset="0"/>
                <a:cs typeface="Times New Roman" panose="02020603050405020304" pitchFamily="18" charset="0"/>
              </a:rPr>
              <a:t>Advantages</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Improves road safety</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Reduces accidents</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Saves maintenance cost</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Minimizes human intervention</a:t>
            </a:r>
          </a:p>
          <a:p>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7BFD296D-EE1F-3899-312B-3E2E6245CA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3444" y="2548092"/>
            <a:ext cx="6233532" cy="3813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767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3EFB8F-4015-AB9D-E687-20107E88CA81}"/>
              </a:ext>
            </a:extLst>
          </p:cNvPr>
          <p:cNvSpPr txBox="1"/>
          <p:nvPr/>
        </p:nvSpPr>
        <p:spPr>
          <a:xfrm>
            <a:off x="657922" y="992459"/>
            <a:ext cx="10749776" cy="5940088"/>
          </a:xfrm>
          <a:prstGeom prst="rect">
            <a:avLst/>
          </a:prstGeom>
          <a:noFill/>
        </p:spPr>
        <p:txBody>
          <a:bodyPr wrap="square" rtlCol="0">
            <a:spAutoFit/>
          </a:bodyPr>
          <a:lstStyle/>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proposed system can be further enhanced by integrating advanced technologies such as:</a:t>
            </a:r>
          </a:p>
          <a:p>
            <a:endParaRPr lang="en-US" sz="28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Drone-based road inspection</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IoT-enabled smart road monitoring</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Cloud database for road maintenance</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Mobile application for citizen reporting</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Predictive maintenance using AI</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Integration with autonomous vehicles</a:t>
            </a:r>
          </a:p>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Smart city traffic management</a:t>
            </a:r>
          </a:p>
          <a:p>
            <a:br>
              <a:rPr lang="en-US"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96A7A0F-8778-DC2C-B18A-02E521837348}"/>
              </a:ext>
            </a:extLst>
          </p:cNvPr>
          <p:cNvSpPr txBox="1"/>
          <p:nvPr/>
        </p:nvSpPr>
        <p:spPr>
          <a:xfrm>
            <a:off x="2854712" y="379141"/>
            <a:ext cx="6768790"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FUTURE SCOPE</a:t>
            </a:r>
          </a:p>
        </p:txBody>
      </p:sp>
      <p:pic>
        <p:nvPicPr>
          <p:cNvPr id="5" name="Image 1">
            <a:extLst>
              <a:ext uri="{FF2B5EF4-FFF2-40B4-BE49-F238E27FC236}">
                <a16:creationId xmlns:a16="http://schemas.microsoft.com/office/drawing/2014/main" id="{17E87BC6-32B8-1506-41D8-EA078A5CA0DA}"/>
              </a:ext>
            </a:extLst>
          </p:cNvPr>
          <p:cNvPicPr>
            <a:picLocks/>
          </p:cNvPicPr>
          <p:nvPr/>
        </p:nvPicPr>
        <p:blipFill>
          <a:blip r:embed="rId2" cstate="print"/>
          <a:stretch>
            <a:fillRect/>
          </a:stretch>
        </p:blipFill>
        <p:spPr>
          <a:xfrm>
            <a:off x="0" y="-25499"/>
            <a:ext cx="847493" cy="1040260"/>
          </a:xfrm>
          <a:prstGeom prst="rect">
            <a:avLst/>
          </a:prstGeom>
        </p:spPr>
      </p:pic>
      <p:pic>
        <p:nvPicPr>
          <p:cNvPr id="6" name="Image 2">
            <a:extLst>
              <a:ext uri="{FF2B5EF4-FFF2-40B4-BE49-F238E27FC236}">
                <a16:creationId xmlns:a16="http://schemas.microsoft.com/office/drawing/2014/main" id="{4AC1A70A-86EC-6D74-B2CD-8AEB609532BD}"/>
              </a:ext>
            </a:extLst>
          </p:cNvPr>
          <p:cNvPicPr>
            <a:picLocks/>
          </p:cNvPicPr>
          <p:nvPr/>
        </p:nvPicPr>
        <p:blipFill>
          <a:blip r:embed="rId3" cstate="print"/>
          <a:stretch>
            <a:fillRect/>
          </a:stretch>
        </p:blipFill>
        <p:spPr>
          <a:xfrm>
            <a:off x="10480484" y="93408"/>
            <a:ext cx="1527175" cy="1349375"/>
          </a:xfrm>
          <a:prstGeom prst="rect">
            <a:avLst/>
          </a:prstGeom>
        </p:spPr>
      </p:pic>
      <p:pic>
        <p:nvPicPr>
          <p:cNvPr id="3074" name="Picture 2">
            <a:extLst>
              <a:ext uri="{FF2B5EF4-FFF2-40B4-BE49-F238E27FC236}">
                <a16:creationId xmlns:a16="http://schemas.microsoft.com/office/drawing/2014/main" id="{CABE1F5C-61C6-6D54-60E7-117F86C16C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6780" y="1924523"/>
            <a:ext cx="4685371" cy="3640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38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753AC-AA75-309E-5BC7-7AD12AE24BD6}"/>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141D81C5-8319-12AC-340D-20FD2A1C6FB2}"/>
              </a:ext>
            </a:extLst>
          </p:cNvPr>
          <p:cNvPicPr>
            <a:picLocks/>
          </p:cNvPicPr>
          <p:nvPr/>
        </p:nvPicPr>
        <p:blipFill>
          <a:blip r:embed="rId2" cstate="print"/>
          <a:stretch>
            <a:fillRect/>
          </a:stretch>
        </p:blipFill>
        <p:spPr>
          <a:xfrm>
            <a:off x="322643" y="187706"/>
            <a:ext cx="1104265" cy="1343660"/>
          </a:xfrm>
          <a:prstGeom prst="rect">
            <a:avLst/>
          </a:prstGeom>
        </p:spPr>
      </p:pic>
      <p:sp>
        <p:nvSpPr>
          <p:cNvPr id="7" name="TextBox 6">
            <a:extLst>
              <a:ext uri="{FF2B5EF4-FFF2-40B4-BE49-F238E27FC236}">
                <a16:creationId xmlns:a16="http://schemas.microsoft.com/office/drawing/2014/main" id="{0AA36B08-4EF0-A992-7D89-68012B1F5644}"/>
              </a:ext>
            </a:extLst>
          </p:cNvPr>
          <p:cNvSpPr txBox="1"/>
          <p:nvPr/>
        </p:nvSpPr>
        <p:spPr>
          <a:xfrm>
            <a:off x="3047238" y="793742"/>
            <a:ext cx="6094476" cy="646331"/>
          </a:xfrm>
          <a:prstGeom prst="rect">
            <a:avLst/>
          </a:prstGeom>
          <a:noFill/>
        </p:spPr>
        <p:txBody>
          <a:bodyPr wrap="square">
            <a:spAutoFit/>
          </a:bodyPr>
          <a:lstStyle/>
          <a:p>
            <a:pPr marR="182245" algn="ctr">
              <a:spcBef>
                <a:spcPts val="2450"/>
              </a:spcBef>
            </a:pPr>
            <a:r>
              <a:rPr lang="en-US" sz="3600" b="1" kern="0" spc="-10" dirty="0">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IN" sz="3600" b="1" kern="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Image 2">
            <a:extLst>
              <a:ext uri="{FF2B5EF4-FFF2-40B4-BE49-F238E27FC236}">
                <a16:creationId xmlns:a16="http://schemas.microsoft.com/office/drawing/2014/main" id="{3AD42D9B-ADDF-5488-9318-4116E7F2B510}"/>
              </a:ext>
            </a:extLst>
          </p:cNvPr>
          <p:cNvPicPr>
            <a:picLocks/>
          </p:cNvPicPr>
          <p:nvPr/>
        </p:nvPicPr>
        <p:blipFill>
          <a:blip r:embed="rId3" cstate="print"/>
          <a:stretch>
            <a:fillRect/>
          </a:stretch>
        </p:blipFill>
        <p:spPr>
          <a:xfrm>
            <a:off x="10480484" y="93408"/>
            <a:ext cx="1527175" cy="1349375"/>
          </a:xfrm>
          <a:prstGeom prst="rect">
            <a:avLst/>
          </a:prstGeom>
        </p:spPr>
      </p:pic>
      <p:sp>
        <p:nvSpPr>
          <p:cNvPr id="4" name="Rectangle 1">
            <a:extLst>
              <a:ext uri="{FF2B5EF4-FFF2-40B4-BE49-F238E27FC236}">
                <a16:creationId xmlns:a16="http://schemas.microsoft.com/office/drawing/2014/main" id="{F8FA3817-F076-16DF-552D-BDA347FA4D4D}"/>
              </a:ext>
            </a:extLst>
          </p:cNvPr>
          <p:cNvSpPr>
            <a:spLocks noChangeArrowheads="1"/>
          </p:cNvSpPr>
          <p:nvPr/>
        </p:nvSpPr>
        <p:spPr bwMode="auto">
          <a:xfrm>
            <a:off x="322643" y="3041381"/>
            <a:ext cx="1567413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lang="en-US" altLang="en-US"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808BBA-307D-AF21-921F-7B1EAF5767F9}"/>
              </a:ext>
            </a:extLst>
          </p:cNvPr>
          <p:cNvSpPr txBox="1"/>
          <p:nvPr/>
        </p:nvSpPr>
        <p:spPr>
          <a:xfrm>
            <a:off x="322644" y="2571079"/>
            <a:ext cx="11446042" cy="3108543"/>
          </a:xfrm>
          <a:prstGeom prst="rect">
            <a:avLst/>
          </a:prstGeom>
          <a:noFill/>
        </p:spPr>
        <p:txBody>
          <a:bodyPr wrap="square" rtlCol="0">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AI-Based Smart Road Pothole Detection System provides an intelligent, automated, and efficient approach to identifying road damage. By combining Artificial Intelligence with Computer Vision, the system reduces manual inspection efforts, increases detection accuracy, enhances road safety, and enables faster maintenance. This technology has significant potential for supporting future smart transportation and smart city infrastructure.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10657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3A30B-FAE6-EC07-27FD-0A2D8DEB78CA}"/>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D0294133-09FD-7E57-FBF1-DA7481A4D38F}"/>
              </a:ext>
            </a:extLst>
          </p:cNvPr>
          <p:cNvPicPr>
            <a:picLocks/>
          </p:cNvPicPr>
          <p:nvPr/>
        </p:nvPicPr>
        <p:blipFill>
          <a:blip r:embed="rId2" cstate="print"/>
          <a:stretch>
            <a:fillRect/>
          </a:stretch>
        </p:blipFill>
        <p:spPr>
          <a:xfrm>
            <a:off x="322643" y="187706"/>
            <a:ext cx="1104265" cy="1343660"/>
          </a:xfrm>
          <a:prstGeom prst="rect">
            <a:avLst/>
          </a:prstGeom>
        </p:spPr>
      </p:pic>
      <p:pic>
        <p:nvPicPr>
          <p:cNvPr id="3" name="Image 2">
            <a:extLst>
              <a:ext uri="{FF2B5EF4-FFF2-40B4-BE49-F238E27FC236}">
                <a16:creationId xmlns:a16="http://schemas.microsoft.com/office/drawing/2014/main" id="{2CE86B1C-B3D2-0B4C-4A8A-DB2FD3700A4B}"/>
              </a:ext>
            </a:extLst>
          </p:cNvPr>
          <p:cNvPicPr>
            <a:picLocks/>
          </p:cNvPicPr>
          <p:nvPr/>
        </p:nvPicPr>
        <p:blipFill>
          <a:blip r:embed="rId3" cstate="print"/>
          <a:stretch>
            <a:fillRect/>
          </a:stretch>
        </p:blipFill>
        <p:spPr>
          <a:xfrm>
            <a:off x="10664825" y="181991"/>
            <a:ext cx="1527175" cy="1349375"/>
          </a:xfrm>
          <a:prstGeom prst="rect">
            <a:avLst/>
          </a:prstGeom>
        </p:spPr>
      </p:pic>
      <p:pic>
        <p:nvPicPr>
          <p:cNvPr id="9218" name="Picture 2" descr="Newark Board of Education">
            <a:extLst>
              <a:ext uri="{FF2B5EF4-FFF2-40B4-BE49-F238E27FC236}">
                <a16:creationId xmlns:a16="http://schemas.microsoft.com/office/drawing/2014/main" id="{A4B18A32-DCFA-C3DB-1503-9D62AF6CB8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867" y="1687483"/>
            <a:ext cx="10586266" cy="4592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5636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1320</TotalTime>
  <Words>395</Words>
  <Application>Microsoft Office PowerPoint</Application>
  <PresentationFormat>Widescreen</PresentationFormat>
  <Paragraphs>66</Paragraphs>
  <Slides>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peddintibalaji27@gmail.com</dc:creator>
  <cp:lastModifiedBy>Joshitha Adhikesavan</cp:lastModifiedBy>
  <cp:revision>6</cp:revision>
  <dcterms:created xsi:type="dcterms:W3CDTF">2025-05-30T05:15:08Z</dcterms:created>
  <dcterms:modified xsi:type="dcterms:W3CDTF">2026-07-29T04:42:14Z</dcterms:modified>
</cp:coreProperties>
</file>